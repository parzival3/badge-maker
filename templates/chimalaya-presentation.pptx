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3169840" cy="128016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imalay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2377440" cy="4647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23F6B"/>
                </a:solidFill>
                <a:latin typeface="Inter"/>
              </a:rPr>
              <a:t>Presentation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B6B80"/>
                </a:solidFill>
                <a:latin typeface="Inter"/>
              </a:rPr>
              <a:t>Subtitle or event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1280160" cy="54864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80"/>
                </a:solidFill>
                <a:latin typeface="Inter"/>
              </a:rPr>
              <a:t>Presenter  ·  Date  ·  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malaya-logo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429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Inter"/>
              </a:rPr>
              <a:t>Section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23360"/>
            <a:ext cx="1280160" cy="54864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3169840" cy="128016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3F6B"/>
                </a:solidFill>
                <a:latin typeface="Inter"/>
              </a:rPr>
              <a:t>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05840" cy="45720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233A"/>
                </a:solidFill>
                <a:latin typeface="Inter"/>
              </a:rPr>
              <a:t>• First point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5B6B80"/>
                </a:solidFill>
                <a:latin typeface="Inter"/>
              </a:rPr>
              <a:t>— Supporting detail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33A"/>
                </a:solidFill>
                <a:latin typeface="Inter"/>
              </a:rPr>
              <a:t>• Second point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233A"/>
                </a:solidFill>
                <a:latin typeface="Inter"/>
              </a:rPr>
              <a:t>• Third point</a:t>
            </a:r>
          </a:p>
        </p:txBody>
      </p:sp>
      <p:pic>
        <p:nvPicPr>
          <p:cNvPr id="7" name="Picture 6" descr="chimalay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1722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0" y="0"/>
            <a:ext cx="3169840" cy="128016"/>
          </a:xfrm>
          <a:prstGeom prst="rect">
            <a:avLst/>
          </a:prstGeom>
          <a:solidFill>
            <a:srgbClr val="E5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imalay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377440"/>
            <a:ext cx="3749039" cy="732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B6B80"/>
                </a:solidFill>
                <a:latin typeface="Inter"/>
              </a:rPr>
              <a:t>chimalayanepal.org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